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인증 갱신이 늦어지면 마크 사용이 중지되므로 일정 엄수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웹 접근성 개선 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웹서비스팀 /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지적사항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이미지 대체텍스트 누락 12건</a:t>
            </a:r>
          </a:p>
          <a:p>
            <a:r>
              <a:t>키보드 접근 불가 메뉴 3건</a:t>
            </a:r>
          </a:p>
          <a:p>
            <a:r>
              <a:t>명도 대비 부족 버튼 5건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10월: 유지보수 업체 통해 개선 작업</a:t>
            </a:r>
          </a:p>
          <a:p>
            <a:r>
              <a:t>11월: 웹 접근성 품질인증 갱신 신청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